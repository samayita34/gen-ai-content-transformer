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Presentation: TransformAI: High-Availability Architecture &amp; Scalability</a:t>
            </a:r>
          </a:p>
          <a:p>
            <a:r>
              <a:t>Generated via TransformAI on 2026-09-14 22:15:51.</a:t>
            </a:r>
          </a:p>
          <a:p>
            <a:r>
              <a:t>Transformation ID: 85ac33f0-cc2c-4c39-8340-edcb9eea9702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leadership. Today we outline our cloud infrastructure strategy and verified content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we see the optical topology ensuring seamless failover across all regions.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bullet point in this deck is grounded in source references and independently verifiable.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ready to proceed with Phase 1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TransformAI: High-Availability Architecture &amp; Scalability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TransformAI: Source-Grounded Generative Transformation</a:t>
            </a:r>
          </a:p>
          <a:p>
            <a:r>
              <a:t>Status: Claim Verification Complete (2 Supported, 0 Contradicted) | Model: mock / mock-llm-v1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Executive Vision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Deliver 99.99% availability across global cloud infrastructure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Zero data loss tolerance with active-active regional failover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Automated multi-format transformation with verified grounding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Multi-Region Redundancy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Triple availability zone optical ring configuration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Automated health checks with sub-5s failover trigger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Hardware-backed cryptographic security layers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Verification &amp; Provenance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Claim-level atomic deconstruction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Independent evidence retrieval against source chunks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Strict 4-verdict classification (Supported, Contradicted, Partial, Insufficient)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Deployment Roadmap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Phase 1: Edge proxy and TLS 1.3 rollout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Phase 2: Full production traffic switchover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Phase 3: Continuous automated verification telemetry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