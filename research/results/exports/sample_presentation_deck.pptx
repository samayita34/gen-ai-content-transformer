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Presentation: TransformAI Scalability &amp; Verification Architecture</a:t>
            </a:r>
          </a:p>
          <a:p>
            <a:r>
              <a:t>Generated via TransformAI on 2026-09-14 22:10:35.</a:t>
            </a:r>
          </a:p>
          <a:p>
            <a:r>
              <a:t>Transformation ID: a554f6ca-23a0-47f9-91f0-149d74374249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the TransformAI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verification runs independently against the source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fully ready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TransformAI Scalability &amp; Verification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TransformAI: Source-Grounded Generative Transformation</a:t>
            </a:r>
          </a:p>
          <a:p>
            <a:r>
              <a:t>Status: Claim Verification Complete (2 Supported, 0 Contradicted) | Model: mock / mock-llm-v1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Source-grounded generative transformation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Deterministic vector ingestion &amp; normalization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Verification &amp;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Claim-level atomic deconstruction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Independent dense evidence retrieval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Strict 4-verdict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Sub-second retrieval latency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Comprehensive export capabilities in PDF and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